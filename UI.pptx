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" y="0"/>
            <a:ext cx="16002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/>
              <a:t>Logo</a:t>
            </a:r>
            <a:endParaRPr lang="en-US" sz="35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143000" y="0"/>
            <a:ext cx="18288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347927" y="1028700"/>
            <a:ext cx="2209800" cy="533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New Customer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04800" y="762000"/>
            <a:ext cx="30480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</a:rPr>
              <a:t>Customer List</a:t>
            </a:r>
            <a:endParaRPr lang="en-US" sz="35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78853"/>
              </p:ext>
            </p:extLst>
          </p:nvPr>
        </p:nvGraphicFramePr>
        <p:xfrm>
          <a:off x="876299" y="2057400"/>
          <a:ext cx="75057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1"/>
                <a:gridCol w="1434565"/>
                <a:gridCol w="1422133"/>
                <a:gridCol w="1106103"/>
                <a:gridCol w="21331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Phone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Customer 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test1@gmail.com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241545156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Test Address1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Customer 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test1@gmail.com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241545156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Test Address1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2355" y="2514600"/>
            <a:ext cx="609601" cy="2037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Detail</a:t>
            </a:r>
            <a:endParaRPr lang="en-US"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7064829" y="2514600"/>
            <a:ext cx="457200" cy="20371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Edit</a:t>
            </a:r>
            <a:endParaRPr lang="en-US"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7543800" y="2514600"/>
            <a:ext cx="685800" cy="2037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Delete</a:t>
            </a:r>
            <a:endParaRPr lang="en-US"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6391469" y="2870718"/>
            <a:ext cx="609601" cy="20371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Detail</a:t>
            </a:r>
            <a:endParaRPr lang="en-US"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7064829" y="2870718"/>
            <a:ext cx="457200" cy="20371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Edit</a:t>
            </a:r>
            <a:endParaRPr lang="en-US" sz="1200" dirty="0"/>
          </a:p>
        </p:txBody>
      </p:sp>
      <p:sp>
        <p:nvSpPr>
          <p:cNvPr id="13" name="Rounded Rectangle 12"/>
          <p:cNvSpPr/>
          <p:nvPr/>
        </p:nvSpPr>
        <p:spPr>
          <a:xfrm>
            <a:off x="7543800" y="2870718"/>
            <a:ext cx="685800" cy="2037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Delete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41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" y="0"/>
            <a:ext cx="16002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/>
              <a:t>Logo</a:t>
            </a:r>
            <a:endParaRPr lang="en-US" sz="35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066800" y="0"/>
            <a:ext cx="18288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4800" y="762000"/>
            <a:ext cx="30480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</a:rPr>
              <a:t>Add Customer</a:t>
            </a:r>
            <a:endParaRPr lang="en-US" sz="35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Name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98441" y="24384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Mail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Address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96886" y="30480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Phone No.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98441" y="4343400"/>
            <a:ext cx="990600" cy="4572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429000" y="4343400"/>
            <a:ext cx="838200" cy="457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3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" y="0"/>
            <a:ext cx="16002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/>
              <a:t>Logo</a:t>
            </a:r>
            <a:endParaRPr lang="en-US" sz="35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066800" y="0"/>
            <a:ext cx="18288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4800" y="762000"/>
            <a:ext cx="30480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</a:rPr>
              <a:t>Edit Customer</a:t>
            </a:r>
            <a:endParaRPr lang="en-US" sz="35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438400" y="323228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4545645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38400" y="19812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Customer 1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38400" y="2617237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Test1@gmail.com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38400" y="3894753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Khjdsfghsj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38400" y="4549451"/>
            <a:ext cx="990600" cy="4572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Edit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581400" y="4549451"/>
            <a:ext cx="990600" cy="457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" y="0"/>
            <a:ext cx="16002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/>
              <a:t>Logo</a:t>
            </a:r>
            <a:endParaRPr lang="en-US" sz="35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066800" y="0"/>
            <a:ext cx="18288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4800" y="762000"/>
            <a:ext cx="35814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</a:rPr>
              <a:t>Delete Customer</a:t>
            </a:r>
            <a:endParaRPr lang="en-US" sz="35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438400" y="323228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4545645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38400" y="1981200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Customer 1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38400" y="2617237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Test1@gmail.com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38400" y="3894753"/>
            <a:ext cx="37338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Khjdsfghsj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38400" y="4549451"/>
            <a:ext cx="9906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Delete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581400" y="4549451"/>
            <a:ext cx="990600" cy="457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6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" y="0"/>
            <a:ext cx="16002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/>
              <a:t>Logo</a:t>
            </a:r>
            <a:endParaRPr lang="en-US" sz="35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066800" y="0"/>
            <a:ext cx="1828800" cy="68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4800" y="762000"/>
            <a:ext cx="33528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</a:rPr>
              <a:t>Customer Detail</a:t>
            </a:r>
            <a:endParaRPr lang="en-US" sz="35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1752600"/>
            <a:ext cx="76962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Full Name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Address: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Mail: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990600" cy="4572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Edit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1752600" y="3429000"/>
            <a:ext cx="9906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Delete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819400" y="3443773"/>
            <a:ext cx="990600" cy="457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6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79</Words>
  <Application>Microsoft Office PowerPoint</Application>
  <PresentationFormat>On-screen Show (4:3)</PresentationFormat>
  <Paragraphs>60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islam</dc:creator>
  <cp:lastModifiedBy>islam9himel@gmail.com</cp:lastModifiedBy>
  <cp:revision>5</cp:revision>
  <dcterms:created xsi:type="dcterms:W3CDTF">2006-08-16T00:00:00Z</dcterms:created>
  <dcterms:modified xsi:type="dcterms:W3CDTF">2025-09-21T04:59:35Z</dcterms:modified>
</cp:coreProperties>
</file>